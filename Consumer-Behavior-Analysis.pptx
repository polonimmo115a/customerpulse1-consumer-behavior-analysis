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Medium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Inter Medium"/>
      <p:regular r:id="rId201318"/>
    </p:embeddedFont>
    <p:embeddedFont>
      <p:font typeface="Inter SemiBold"/>
      <p:regular r:id="rId201319"/>
    </p:embeddedFont>
    <p:embeddedFont>
      <p:font typeface="Inter Bold"/>
      <p:regular r:id="rId201320"/>
    </p:embeddedFont>
    <p:embeddedFont>
      <p:font typeface="Inter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Consumer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35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090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4158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77090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4158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9166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63661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94312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99166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63661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0553" y="3943127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Clothing, Footwear, Accessories, Outerwear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919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5478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51559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822103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Imputed missing Review Ratings using category medians; standardized column names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78298"/>
            <a:ext cx="4722763" cy="8692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739107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3045619"/>
            <a:ext cx="432494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columns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89288"/>
            <a:ext cx="4722763" cy="8549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750097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Database Load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4056608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Cleaned DataFrame loaded into PostgreSQL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than female customers.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dataset revenue: $233,081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Subscription &amp; Discount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27% of customers — avg spend $59.49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2089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5721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73% of customers — avg spend $59.87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94069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Discounted Products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30391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Hat (50%), Sneakers (49.7%), Coat (49.1%)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Loyal Customers Dominate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customers are classified as Loyal. Only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2% are New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buyers.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958 repeat buyers (5+ purchases) hold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942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20751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15928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22439"/>
            <a:ext cx="19050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Jewelry · Sunglasses · Belt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320751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301592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322439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Blouse · Pants · Shirt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320751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301592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322439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Sandals · Shoes · Sneakers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320751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01592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322439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Jacket · Coat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Young Adults Lead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 revenue contributors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Revenue declines gradually with age.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Shipping Premium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Express shipping avg: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vs Standard $58.46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59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CustomerPulse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053182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194941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3.9K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150145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tracked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011784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2153543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$59.76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46005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Avg purchase amount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9703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1121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3.75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4186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Avg review rating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928988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637877" y="407074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Filters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7877" y="437725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Gender, Category,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18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2834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59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6639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2834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259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56639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Reward repeat buyers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72834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259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56639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 sales and margins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Highlight top-rated products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 on high-revenue age groups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2026-08-07T10:32:23Z</dcterms:created>
  <dcterms:modified xsi:type="dcterms:W3CDTF">2026-08-07T10:32:23Z</dcterms:modified>
</cp:coreProperties>
</file>